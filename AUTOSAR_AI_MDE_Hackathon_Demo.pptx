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98755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AUTOSAR AI MDE Hackathon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95527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8D0E5"/>
                </a:solidFill>
                <a:latin typeface="Aptos"/>
              </a:rPr>
              <a:t>AI-Augmented Model-Driven Engineering for Software-Defined Vehicles
Natural language to YAML to Adaptive + Classic ARXML with safety checks and demo HMI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4069080"/>
            <a:ext cx="2743200" cy="1097280"/>
          </a:xfrm>
          <a:prstGeom prst="roundRect">
            <a:avLst/>
          </a:prstGeom>
          <a:solidFill>
            <a:srgbClr val="132B49"/>
          </a:solidFill>
          <a:ln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DE2A8"/>
                </a:solidFill>
                <a:latin typeface="Aptos Display"/>
              </a:rPr>
              <a:t>Demo focus
Classic + Adaptive +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BMW + Ford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Tenants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YAML + 2x ARXML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Safety + Mapping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AUTOSAR design is slow, artifact-heavy, and split across Classic CAN and Adaptive SOME/IP stacks.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Teams must turn informal requirements into models, mappings, and safety evidence under time pressure.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Early iterations often lack fast validation, traceability, and reusable demo artifacts.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We need a working pipeline that converts intent and ARXML references into usable outputs, not just documents.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FF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6262"/>
                </a:solidFill>
                <a:latin typeface="Aptos Display"/>
              </a:rPr>
              <a:t>Pain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Manual modeling, fragmented communication stacks, late safety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37744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E2A8"/>
                </a:solidFill>
                <a:latin typeface="Aptos Display"/>
              </a:rPr>
              <a:t>Need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Fast, local, explainable AUTOSAR artifact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What This Project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Natural language to AUTOSAR YAML using local grounded retrieval.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One-click compile to both Adaptive ARXML and Classic ARXML.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Safety validation for structure, ASIL coverage, mappings, and communication risk.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Reference ARXML upload, AI suggestions, HMI simulation, and tenant-scoped audit trails.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9B8FF"/>
                </a:solidFill>
                <a:latin typeface="Aptos Display"/>
              </a:rPr>
              <a:t>Artifacts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YAML, Adaptive ARXML, Classic ARXML, safety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37744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E2A8"/>
                </a:solidFill>
                <a:latin typeface="Aptos Display"/>
              </a:rPr>
              <a:t>UX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Streamlit app with guided demo buttons and downloads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1. User provides a natural-language AUTOSAR request or loads an AEB / CAN-to-SOME-IP demo prompt.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2. Engine retrieves relevant local references from markdown and AUTOSAR example ARXML documents.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3. Local Ollama or Gemini generates normalized YAML for system, ECUs, services, signals, and safety.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4. Core compiler converts that YAML into normalized AUTOSAR-like XML outputs for both Adaptive and Classic variants.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5. Safety validator and mapping baseline score the result before users export artifacts or drive the HMI simulation.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BF54"/>
                </a:solidFill>
                <a:latin typeface="Aptos Display"/>
              </a:rPr>
              <a:t>Core pipeline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Prompt -&gt; RAG -&gt; YAML -&gt; ARXML -&gt; Safety/HMI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How AI Is Helping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RAG grounds prompts in local AUTOSAR notes and example ARXML, reducing generic LLM drift.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The model converts broad intent into structured system, ECU, service, signal, and safety sections.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AI suggestions propose safety, mapping, and deployment improvements after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 lightweight ML baseline flags risky signal-to-service mappings before compile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9B8FF"/>
                </a:solidFill>
                <a:latin typeface="Aptos Display"/>
              </a:rPr>
              <a:t>LLM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Ollama default, Gemini optional provider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37744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E2A8"/>
                </a:solidFill>
                <a:latin typeface="Aptos Display"/>
              </a:rPr>
              <a:t>ML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Mapping baseline test accuracy 0.80, F1 0.8571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What Is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core.py: ingestion, retrieval, YAML parsing, ARXML compilation, safety validation, AI suggestions, and mapping pre-check logic.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streamlit_app.py: authenticated multi-tenant UI, demo flows, model selection, upload validation, compile/download actions, and safety reporting.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AUTOSAR_WorkflowExample/ and data/: local AUTOSAR reference material used for grounding and example architectures.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scripts/ and models/: baseline ML training/inference utilities and saved mapping metrics.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audit/ and chroma_db/: tenant-scoped audit trails and retrieval persistence for BMW/Ford demo isolation.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BF54"/>
                </a:solidFill>
                <a:latin typeface="Aptos Display"/>
              </a:rPr>
              <a:t>Security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Login gate + tenant-scoped storage + audit JSONL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37744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9B8FF"/>
                </a:solidFill>
                <a:latin typeface="Aptos Display"/>
              </a:rPr>
              <a:t>Demo assets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SVG visuals, HMI cluster HTML, ARXML simulator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Safety, Governance,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Safety report checks system naming, ECU ASIL coverage, hardware bindings, service presence, signal mappings, and safety section completeness.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Mapping pre-check can block compile when the ML baseline sees a high-confidence invalid or unsafe mapping.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ARXML uploads are classified as Classic / Adaptive / Unknown / Invalid before being accepted as references.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Audit logs track generation, compile, reload, and fallback actions per tenant, supporting demo governance and traceability.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FF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6262"/>
                </a:solidFill>
                <a:latin typeface="Aptos Display"/>
              </a:rPr>
              <a:t>Validation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Structure + mapping + safety + upload sanity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Current Evidence From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Mapping baseline metrics: train accuracy 0.9474, validation accuracy 1.00, test accuracy 0.80, test F1 0.8571.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Current end-to-end batch result snapshot: 1 pass / 10 cases with most failures caused by local Ollama timeout, not by parser or compiler logic.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The app includes deterministic fallback YAML so the demo remains usable even when model inference is unreliable.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Recent enhancement: one compile action now emits both Adaptive and Classic ARXML outputs for the same generated architecture.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E2A8"/>
                </a:solidFill>
                <a:latin typeface="Aptos Display"/>
              </a:rPr>
              <a:t>Strength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Architecture toolchain works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37744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FF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6262"/>
                </a:solidFill>
                <a:latin typeface="Aptos Display"/>
              </a:rPr>
              <a:t>Gap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LLM latency/reliability is the current bottleneck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0.80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Test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0.8571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Test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1 / 10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E2E pass 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Live Demo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Log in as BMW or Ford demo admin to show tenant isolation and auditability.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Load the AEB or CAN-to-SOME-IP prompt, generate YAML, and explain how retrieval grounds the output.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Compile once and show both Adaptive and Classic ARXML outputs plus downloadable files.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Run the safety check and AI suggestion flow to show how the tool catches issues and proposes improvements.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Open the HMI cluster HTML to show ARXML-driven telltale authorization and human-facing validation behavior.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9B8FF"/>
                </a:solidFill>
                <a:latin typeface="Aptos Display"/>
              </a:rPr>
              <a:t>Best demo path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Prompt -&gt; YAML -&gt; dual ARXML -&gt; safety -&gt; HMI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AEB / CAN-&gt;SOME-IP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Adaptive + Classic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Compile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Safety + HMI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Demo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8D0E5"/>
                </a:solidFill>
                <a:latin typeface="Aptos"/>
              </a:rPr>
              <a:t>Authenticated Streamlit console and ARXML-driven HMI cluster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6400800" cy="480060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reamlit_ui_r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261872"/>
            <a:ext cx="6254496" cy="4361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6875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8D0E5"/>
                </a:solidFill>
                <a:latin typeface="Aptos"/>
              </a:rPr>
              <a:t>Streamlit console: authenticated multi-tenant UI, YAML generation, compile, and safety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188720"/>
            <a:ext cx="4343400" cy="480060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mi_cluster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261872"/>
            <a:ext cx="4197096" cy="4361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5687568"/>
            <a:ext cx="4160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8D0E5"/>
                </a:solidFill>
                <a:latin typeface="Aptos"/>
              </a:rPr>
              <a:t>ARXML-driven HMI cluster: telltale authorization, control panel, and validation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440680"/>
            <a:ext cx="2011680" cy="658368"/>
          </a:xfrm>
          <a:prstGeom prst="roundRect">
            <a:avLst/>
          </a:prstGeom>
          <a:solidFill>
            <a:srgbClr val="0A1522"/>
          </a:solidFill>
          <a:ln w="1651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DE2A8"/>
                </a:solidFill>
                <a:latin typeface="Aptos Display"/>
              </a:rPr>
              <a:t>1. Prompt to YAML</a:t>
            </a:r>
          </a:p>
          <a:p>
            <a:r>
              <a:rPr sz="1000">
                <a:solidFill>
                  <a:srgbClr val="E8F3FF"/>
                </a:solidFill>
                <a:latin typeface="Aptos"/>
              </a:rPr>
              <a:t>Natural-language request generates structured AUTOSAR YAML in-app.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5440680"/>
            <a:ext cx="3383280" cy="658368"/>
          </a:xfrm>
          <a:prstGeom prst="roundRect">
            <a:avLst/>
          </a:prstGeom>
          <a:solidFill>
            <a:srgbClr val="0A1522"/>
          </a:solidFill>
          <a:ln w="1651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BF54"/>
                </a:solidFill>
                <a:latin typeface="Aptos Display"/>
              </a:rPr>
              <a:t>2. HMI linkage</a:t>
            </a:r>
          </a:p>
          <a:p>
            <a:r>
              <a:rPr sz="1000">
                <a:solidFill>
                  <a:srgbClr val="E8F3FF"/>
                </a:solidFill>
                <a:latin typeface="Aptos"/>
              </a:rPr>
              <a:t>Loaded ARXML authorizes telltales before the cluster can be controlled.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Compile and Safety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B8D0E5"/>
                </a:solidFill>
                <a:latin typeface="Aptos"/>
              </a:rPr>
              <a:t>Dual ARXML output and safety validation results captured from the live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97280"/>
            <a:ext cx="8321040" cy="525780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reamlit_compile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170432"/>
            <a:ext cx="8174736" cy="4818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053328"/>
            <a:ext cx="8138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8D0E5"/>
                </a:solidFill>
                <a:latin typeface="Aptos"/>
              </a:rPr>
              <a:t>Live app state showing Classic ARXML output and safety status after compile/check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417320"/>
            <a:ext cx="2423160" cy="868680"/>
          </a:xfrm>
          <a:prstGeom prst="roundRect">
            <a:avLst/>
          </a:prstGeom>
          <a:solidFill>
            <a:srgbClr val="0A1522"/>
          </a:solidFill>
          <a:ln w="1651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9B8FF"/>
                </a:solidFill>
                <a:latin typeface="Aptos Display"/>
              </a:rPr>
              <a:t>Dual output</a:t>
            </a:r>
          </a:p>
          <a:p>
            <a:r>
              <a:rPr sz="1000">
                <a:solidFill>
                  <a:srgbClr val="E8F3FF"/>
                </a:solidFill>
                <a:latin typeface="Aptos"/>
              </a:rPr>
              <a:t>One compile flow now generates both Adaptive and Classic ARXML downloads.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560320"/>
            <a:ext cx="2423160" cy="1005840"/>
          </a:xfrm>
          <a:prstGeom prst="roundRect">
            <a:avLst/>
          </a:prstGeom>
          <a:solidFill>
            <a:srgbClr val="0A1522"/>
          </a:solidFill>
          <a:ln w="16510">
            <a:solidFill>
              <a:srgbClr val="FF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6262"/>
                </a:solidFill>
                <a:latin typeface="Aptos Display"/>
              </a:rPr>
              <a:t>Safety feedback</a:t>
            </a:r>
          </a:p>
          <a:p>
            <a:r>
              <a:rPr sz="1000">
                <a:solidFill>
                  <a:srgbClr val="E8F3FF"/>
                </a:solidFill>
                <a:latin typeface="Aptos"/>
              </a:rPr>
              <a:t>Warnings surface immediately so the demo shows engineering governance, not just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3886200"/>
            <a:ext cx="2423160" cy="1051560"/>
          </a:xfrm>
          <a:prstGeom prst="roundRect">
            <a:avLst/>
          </a:prstGeom>
          <a:solidFill>
            <a:srgbClr val="0A1522"/>
          </a:solidFill>
          <a:ln w="1651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DE2A8"/>
                </a:solidFill>
                <a:latin typeface="Aptos Display"/>
              </a:rPr>
              <a:t>Judge takeaway</a:t>
            </a:r>
          </a:p>
          <a:p>
            <a:r>
              <a:rPr sz="1000">
                <a:solidFill>
                  <a:srgbClr val="E8F3FF"/>
                </a:solidFill>
                <a:latin typeface="Aptos"/>
              </a:rPr>
              <a:t>This is a working pipeline: model output, compile artifact, and validation evidence in one UI.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Faster concept-to-architecture turnaround for SDV teams working across Classic and Adaptive AUTOSAR stacks.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Earlier safety feedback reduces rework and makes ASIL-oriented design tradeoffs visible sooner.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Local-first inference and tenant separation make the approach suitable for sensitive automotive design environments.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The same framework can evolve from hackathon scaffold into a stronger engineering assistant with richer schema validation and enterprise identity.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DE2A8"/>
                </a:solidFill>
                <a:latin typeface="Aptos Display"/>
              </a:rPr>
              <a:t>Benefit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Speed, consistency, safety visibility, and demo-grade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Judging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Innovation: combines local LLM generation, RAG, safety checks, ML mapping pre-check, and HMI simulation in one AUTOSAR demo flow.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Technical depth: covers YAML generation, dual ARXML compilation, tenant isolation, validation, audit logging, and UI-driven review.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Practical impact: accelerates AUTOSAR architecture iteration while exposing safety and communication issues earlier.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Demo strength: judges can see prompt input, generated artifacts, compile evidence, safety results, and HMI behavior in one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9B8FF"/>
                </a:solidFill>
                <a:latin typeface="Aptos Display"/>
              </a:rPr>
              <a:t>One-line pitch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An AI-assisted AUTOSAR copilot that turns intent into dual-stack artifacts with safety-aware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237744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BF54"/>
                </a:solidFill>
                <a:latin typeface="Aptos Display"/>
              </a:rPr>
              <a:t>Judge lens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Innovation + feasibility + impact + live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7040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Replace simplified XML with richer AUTOSAR package/schema support and stronger Classic vs Adaptive specialization.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Improve LLM robustness and latency through prompt slimming, model tuning, caching, or better local runtime setup.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Expand ML datasets and features for communication mapping, hazard patterns, and safety mechanism recommendations.</a:t>
            </a:r>
          </a:p>
          <a:p>
            <a:pPr>
              <a:spcAft>
                <a:spcPts val="1000"/>
              </a:spcAft>
              <a:defRPr sz="1800">
                <a:solidFill>
                  <a:srgbClr val="E8F3FF"/>
                </a:solidFill>
                <a:latin typeface="Aptos"/>
              </a:defRPr>
            </a:pPr>
            <a:r>
              <a:t>Add official AUTOSAR document ingestion, OAuth/OIDC, and richer reporting for production-ready engineering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960120"/>
            <a:ext cx="3703320" cy="1234440"/>
          </a:xfrm>
          <a:prstGeom prst="roundRect">
            <a:avLst/>
          </a:prstGeom>
          <a:solidFill>
            <a:srgbClr val="132B49"/>
          </a:solidFill>
          <a:ln w="2286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BF54"/>
                </a:solidFill>
                <a:latin typeface="Aptos Display"/>
              </a:rPr>
              <a:t>Hackathon message</a:t>
            </a:r>
          </a:p>
          <a:p>
            <a:r>
              <a:rPr sz="1400">
                <a:solidFill>
                  <a:srgbClr val="E8F3FF"/>
                </a:solidFill>
                <a:latin typeface="Aptos"/>
              </a:rPr>
              <a:t>We already proved the flow; next step is industrial-grade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2DE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E2A8"/>
                </a:solidFill>
                <a:latin typeface="Aptos Display"/>
              </a:rPr>
              <a:t>Ollama default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Local-first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6344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39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39B8FF"/>
                </a:solidFill>
                <a:latin typeface="Aptos Display"/>
              </a:rPr>
              <a:t>Chroma + references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9768" y="5074920"/>
            <a:ext cx="3608832" cy="960120"/>
          </a:xfrm>
          <a:prstGeom prst="roundRect">
            <a:avLst/>
          </a:prstGeom>
          <a:solidFill>
            <a:srgbClr val="102238"/>
          </a:solidFill>
          <a:ln w="19050">
            <a:solidFill>
              <a:srgbClr val="FFB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BF54"/>
                </a:solidFill>
                <a:latin typeface="Aptos Display"/>
              </a:rPr>
              <a:t>Audit + tenant scope</a:t>
            </a:r>
          </a:p>
          <a:p>
            <a:r>
              <a:rPr sz="1100">
                <a:solidFill>
                  <a:srgbClr val="B8D0E5"/>
                </a:solidFill>
                <a:latin typeface="Aptos"/>
              </a:rP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B8D0E5"/>
                </a:solidFill>
                <a:latin typeface="Aptos"/>
              </a:rPr>
              <a:t>AUTOSAR AI MDE Hackathon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